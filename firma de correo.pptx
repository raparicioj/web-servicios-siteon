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5f024a4bfcf469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 xmlns:p="http://schemas.openxmlformats.org/presentationml/2006/main">
    <p:sldId xmlns:r="http://schemas.openxmlformats.org/officeDocument/2006/relationships" id="256" r:id="rId2"/>
  </p:sldIdLst>
  <p:sldSz cx="9753600" cy="9753600" type="custom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777329d1dd034408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0b8213baca3c4ebe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asset-e4db5ecb-187a-46d8-96b9-229a10a16928" /><Relationship Type="http://schemas.openxmlformats.org/officeDocument/2006/relationships/slideLayout" Target="/ppt/slideLayouts/slideLayout1.xml" Id="R16206dd83fa043a9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a14="http://schemas.microsoft.com/office/drawing/2010/main" xmlns:p16="http://schemas.microsoft.com/office/powerpoint/2015/main" xmlns:asvg="http://schemas.microsoft.com/office/drawing/2016/SVG/main" xmlns:p202="http://schemas.microsoft.com/office/powerpoint/2020/02/main" xmlns:p14="http://schemas.microsoft.com/office/powerpoint/2010/main" xmlns:inkml="http://www.w3.org/2003/InkML" xmlns:xml="http://www.w3.org/XML/1998/namespace">
  <p:cSld>
    <p:bg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10d20ab-5174-4d97-8230-0504eb1e56a9"/>
          <p:cNvPicPr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PicPr>
        <p:blipFill>
          <a:blip r:embed="asset-e4db5ecb-187a-46d8-96b9-229a10a16928"/>
          <a:stretch/>
        </p:blipFill>
        <p:spPr>
          <a:xfrm rot="0" flipH="0" flipV="0">
            <a:off x="0" y="0"/>
            <a:ext cx="9753600" cy="9753600"/>
          </a:xfrm>
          <a:prstGeom prst="rect"/>
        </p:spPr>
      </p:pic>
      <p:sp>
        <p:nvSpPr>
          <p:cNvPr id="2" name="TextBox2"/>
          <p:cNvSpPr txBox="1"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SpPr>
        <p:spPr>
          <a:xfrm rot="21587124" flipH="0" flipV="0">
            <a:off x="2550345" y="3191003"/>
            <a:ext cx="5998505" cy="523875"/>
          </a:xfrm>
          <a:prstGeom prst="rect"/>
          <a:noFill/>
        </p:spPr>
        <p:txBody>
          <a:bodyPr wrap="square" lIns="0" tIns="0" rIns="0" bIns="0" anchor="t">
            <a:prstTxWarp prst="textPlain"/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10" b="1" i="0" u="none" strike="noStrike" spc="0">
                <a:solidFill>
                  <a:srgbClr val="264d79"/>
                </a:solidFill>
                <a:latin typeface="Gill Sans MT"/>
                <a:cs typeface="Gill Sans MT"/>
              </a:rPr>
              <a:t>Rodrigo Aparicio J.</a:t>
            </a:r>
          </a:p>
        </p:txBody>
      </p:sp>
      <p:sp>
        <p:nvSpPr>
          <p:cNvPr id="3" name="TextBox3"/>
          <p:cNvSpPr txBox="1"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SpPr>
        <p:spPr>
          <a:xfrm rot="15916" flipH="0" flipV="0">
            <a:off x="2550146" y="3689723"/>
            <a:ext cx="4155075" cy="323850"/>
          </a:xfrm>
          <a:prstGeom prst="rect"/>
          <a:noFill/>
        </p:spPr>
        <p:txBody>
          <a:bodyPr wrap="square" lIns="0" tIns="0" rIns="0" bIns="0" anchor="t">
            <a:prstTxWarp prst="textPlain"/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23" b="0" i="0" u="none" strike="noStrike" spc="0">
                <a:solidFill>
                  <a:srgbClr val="6b6b6b"/>
                </a:solidFill>
                <a:latin typeface="Gill Sans MT"/>
                <a:cs typeface="Gill Sans MT"/>
              </a:rPr>
              <a:t>Director de Tecnología y Servicios</a:t>
            </a:r>
          </a:p>
        </p:txBody>
      </p:sp>
      <p:sp>
        <p:nvSpPr>
          <p:cNvPr id="4" name="TextBox4"/>
          <p:cNvSpPr txBox="1"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SpPr>
        <p:spPr>
          <a:xfrm rot="0" flipH="0" flipV="0">
            <a:off x="3026422" y="4734928"/>
            <a:ext cx="3423585" cy="914400"/>
          </a:xfrm>
          <a:prstGeom prst="rect"/>
          <a:noFill/>
        </p:spPr>
        <p:txBody>
          <a:bodyPr wrap="square" lIns="0" tIns="0" rIns="0" bIns="0" anchor="t">
            <a:prstTxWarp prst="textPlain"/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5" b="0" i="0" u="none" strike="noStrike" spc="0">
                <a:solidFill>
                  <a:srgbClr val="5d6165"/>
                </a:solidFill>
                <a:latin typeface="Gill Sans MT"/>
                <a:cs typeface="Gill Sans MT"/>
              </a:rPr>
              <a:t>raparicio@siteon.cl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5" b="0" i="0" u="none" strike="noStrike" spc="0">
                <a:solidFill>
                  <a:srgbClr val="5d6165"/>
                </a:solidFill>
                <a:latin typeface="Gill Sans MT"/>
                <a:cs typeface="Gill Sans MT"/>
              </a:rPr>
              <a:t>www.siteon.cl</a:t>
            </a:r>
          </a:p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5" b="0" i="0" u="none" strike="noStrike" spc="0">
                <a:solidFill>
                  <a:srgbClr val="5d6165"/>
                </a:solidFill>
                <a:latin typeface="Gill Sans MT"/>
                <a:cs typeface="Gill Sans MT"/>
              </a:rPr>
              <a:t>Viña del Mar 1Valparaíso1 Chile</a:t>
            </a:r>
          </a:p>
        </p:txBody>
      </p:sp>
      <p:sp>
        <p:nvSpPr>
          <p:cNvPr id="5" name="TextBox5"/>
          <p:cNvSpPr txBox="1"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SpPr>
        <p:spPr>
          <a:xfrm rot="0" flipH="0" flipV="0">
            <a:off x="7672457" y="5192136"/>
            <a:ext cx="1873150" cy="609600"/>
          </a:xfrm>
          <a:prstGeom prst="rect"/>
          <a:noFill/>
        </p:spPr>
        <p:txBody>
          <a:bodyPr wrap="square" lIns="0" tIns="0" rIns="0" bIns="0" anchor="t">
            <a:prstTxWarp prst="textPlain"/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spc="0">
                <a:solidFill>
                  <a:srgbClr val="1b2c49"/>
                </a:solidFill>
                <a:latin typeface="Gill Sans MT"/>
                <a:cs typeface="Gill Sans MT"/>
              </a:rPr>
              <a:t>Site On Tecnología</a:t>
            </a:r>
          </a:p>
        </p:txBody>
      </p:sp>
      <p:sp>
        <p:nvSpPr>
          <p:cNvPr id="6" name="TextBox6"/>
          <p:cNvSpPr txBox="1"/>
          <p:nvPr>
            <p:extLst>
              <p:ext uri="{E7BDC344-281C-4309-B0C6-D0EE65EED2A8}">
                <designPr xmlns="http://schemas.microsoft.com/office/powerpoint/2020/02/main">
                  <designTagLst/>
                </designPr>
              </p:ext>
            </p:extLst>
          </p:nvPr>
        </p:nvSpPr>
        <p:spPr>
          <a:xfrm rot="0" flipH="0" flipV="0">
            <a:off x="6838950" y="5904944"/>
            <a:ext cx="2486173" cy="228600"/>
          </a:xfrm>
          <a:prstGeom prst="rect"/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524" b="0" i="0" u="none" strike="noStrike" spc="0">
                <a:solidFill>
                  <a:srgbClr val="4f4f4f"/>
                </a:solidFill>
                <a:latin typeface="Gill Sans MT"/>
                <a:cs typeface="Gill Sans MT"/>
              </a:rPr>
              <a:t>Innovación | Soluciones | Éxito</a:t>
            </a:r>
          </a:p>
        </p:txBody>
      </p:sp>
    </p:spTree>
  </p:cSld>
</p:sld>
</file>